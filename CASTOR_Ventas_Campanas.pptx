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CASTOR ELECCIONES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537"/>
                </a:solidFill>
              </a:defRPr>
            </a:pPr>
            <a:r>
              <a:t>Inteligencia Electoral en Tiempo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El Problema: Campanas a Ciegas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Las campanas tradicionales no saben que piensa la gente en tiempo real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Encuestas costosas y desactualizadas (semanas de retraso)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Imposible medir el impacto de cada mensaje o evento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Los rivales se mueven y no hay forma de reaccionar rapido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Decisiones basadas en intuicion, no en datos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Miles de conversaciones en redes sociales que nunca se analizan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La Solucion: CASTOR Elecciones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Analisis de sentimiento en tiempo real de Twitter/X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Inteligencia artificial entrenada en espanol colombiano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Dashboard con metricas electorales exclusivas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Predicciones basadas en conversacion digital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Alertas de cambios de tendencia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Asistente IA para estrategia de campana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Como Funciona CASTOR?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Recoleccion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Captura tweets en tiempo real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Filtra por ubicacion geografica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Detecta menciones de candidatos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Identifica temas trending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Procesa miles de tweets por 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537"/>
                </a:solidFill>
              </a:defRPr>
            </a:pPr>
            <a:r>
              <a:t>Analisis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IA analiza sentimiento (BETO)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Clasifica por tema politico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Calcula metricas exclusivas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Genera insights automaticos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Entrega resumenes ejecutivos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CASTOR en Numeros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2057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537"/>
                </a:solidFill>
              </a:defRPr>
            </a:pPr>
            <a:r>
              <a:t>10K+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Tweets/dia</a:t>
            </a:r>
            <a:br/>
            <a:r>
              <a:t>analizados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011680"/>
            <a:ext cx="2057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537"/>
                </a:solidFill>
              </a:defRPr>
            </a:pPr>
            <a: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338328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Precision en</a:t>
            </a:r>
            <a:br/>
            <a:r>
              <a:t>sentimiento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2057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537"/>
                </a:solidFill>
              </a:defRPr>
            </a:pPr>
            <a:r>
              <a:t>&lt; 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38328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Tiempo de</a:t>
            </a:r>
            <a:br/>
            <a:r>
              <a:t>actualizacion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2057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537"/>
                </a:solidFill>
              </a:defRPr>
            </a:pPr>
            <a: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38328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Departamentos</a:t>
            </a:r>
            <a:br/>
            <a:r>
              <a:t>de Colombia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Metricas Exclusivas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537"/>
                </a:solidFill>
              </a:defRPr>
            </a:pPr>
            <a:r>
              <a:t>ICCE - Indice Compuesto de Conversacion Electoral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Un numero unico (0-100) que resume la salud de tu campana en la conversacion digital. Combina volumen, sentimiento, y engagement en una metrica facil de entender.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Compara tu ICCE con el de tus rivales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Monitorea la evolucion dia a dia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Identifica que acciones mejoran tu indice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Detecta crisis antes de que escalen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Metricas Exclusivas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537"/>
                </a:solidFill>
              </a:defRPr>
            </a:pPr>
            <a:r>
              <a:t>Momentum Electoral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Mide la velocidad de cambio de tu campana. Estas ganando terreno o perdiendolo? El momentum te dice si vas en la direccion correcta.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Detecta tendencias antes que las encuestas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Identifica el efecto de debates y eventos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Compara momentum entre candidatos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Anticipa cambios en intencion de voto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Predicciones Electorales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537"/>
                </a:solidFill>
              </a:defRPr>
            </a:pPr>
            <a:r>
              <a:t>Forecast con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Proyectamos el ICCE a 14 dias con intervalos de confianza. Simulamos escenarios para que planifiques tu estrategia.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Proyecciones a 7, 14 y 30 dias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Simulacion de escenarios (debates, escandalos, endorsements)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Intervalos de confianza estadisticos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Alertas automaticas de cambios significativos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Analisis por Tema del PND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Seguridad ciudadana y defensa nacional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Economia, empleo y desarrollo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Salud y bienestar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Educacion y cultura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Medio ambiente y cambio climatico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Infraestructura y transporte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Paz y reconciliacion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Corrupcion y transparencia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Inteligencia Competitiva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537"/>
                </a:solidFill>
              </a:defRPr>
            </a:pPr>
            <a:r>
              <a:t>Analisis de Rivales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Monitorea en tiempo real lo que dicen de tus competidores. Identifica sus fortalezas, debilidades y oportunidades para diferenciarte.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Comparativa de ICCE entre candidatos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Analisis de narrativas de cada rival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Deteccion de ataques y respuestas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Oportunidades de posicionamiento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Asistente de Campana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537"/>
                </a:solidFill>
              </a:defRPr>
            </a:pPr>
            <a:r>
              <a:t>Chat IA con Memoria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Un asistente inteligente que conoce tu campana, tus datos y te ayuda a tomar decisiones. Preguntale cualquier cosa sobre tu estrategia.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Respuestas basadas en TUS datos de campana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Sugerencias de mensajes y contenido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Analisis de que funciono y que no</a:t>
            </a:r>
          </a:p>
          <a:p>
            <a:pPr>
              <a:spcAft>
                <a:spcPts val="1000"/>
              </a:spcAft>
              <a:defRPr sz="1800">
                <a:solidFill>
                  <a:srgbClr val="1E3A5F"/>
                </a:solidFill>
              </a:defRPr>
            </a:pPr>
            <a:r>
              <a:t>&gt;&gt; Disponible 24/7 para tu equipo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Caso de Uso: Dia de Debate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Sin CASTOR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Ves el debate y esperas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Revisas redes manualmente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Encuesta en 2 semanas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No sabes si ganaste o perdiste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Reaccionas tarde a la narrativa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537"/>
                </a:solidFill>
              </a:defRPr>
            </a:pPr>
            <a:r>
              <a:t>Con CASTOR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ICCE en tiempo real durante debate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Alertas de picos de sentimiento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Sabes en minutos quien gano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Identificas temas que resonaron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Ajustas narrativa inmediatamente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Beneficios Clave para tu Campana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Toma decisiones basadas en datos, no en intuicion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Reacciona en horas, no en semanas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Optimiza tu presupuesto de comunicacion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Anticipa crisis antes de que escalen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Entiende que mensajes resuenan con los votantes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Gana la batalla de la narrativa digital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Planes y Precios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Plan Campana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Dashboard completo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ICCE y Momentum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Analisis de 1 rival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Asistente IA basico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Actualizaciones cada hora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Soporte por email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Desde $2.5M COP/mes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537"/>
                </a:solidFill>
              </a:defRPr>
            </a:pPr>
            <a:r>
              <a:t>Plan Estratega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Todo del Plan Campana +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Analisis de 5 rivales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Forecast y simulaciones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Asistente IA avanzado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Actualizaciones tiempo real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Soporte prioritario 24/7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Reportes personalizados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Desde $7M COP/mes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Por Que Elegir CASTOR?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Tecnologia colombiana, para campanas colombianas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IA entrenada en espanol y contexto politico local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Equipo con experiencia en campanas reales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Metricas exclusivas que nadie mas ofrece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Soporte dedicado durante toda la campana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Confidencialidad total de tus datos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Tecnologia de Clase Mundial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BETO: Modelo de IA entrenado en espanol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GPT-4: Generacion de insights y recomendaciones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ChromaDB: Base de conocimiento con memoria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Twitter/X API: Datos en tiempo real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Infraestructura en la nube, siempre disponible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Encriptacion de extremo a extremo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2C3E50"/>
                </a:solidFill>
              </a:defRPr>
            </a:pPr>
            <a:r>
              <a:t>"CASTOR nos permitio detectar una crisis de reputacion 48 horas antes de que explotara en medios tradicionales. Pudimos reaccionar a tiempo y convertir un potencial desastre en una oportunidad."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- Director de Campana, Elecciones Regionales 2023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1. Agenda una demo personalizada (30 min)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2. Te mostramos datos reales de tu region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3. Disenamos un plan a la medida de tu campana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4. Activamos tu cuenta en 24 horas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5. Capacitamos a tu equipo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6. Empiezas a ganar con datos!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Listo para Ganar con Inteligencia?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F5F5"/>
                </a:solidFill>
              </a:defRPr>
            </a:pPr>
            <a:r>
              <a:t>Las elecciones se ganan con informacion. Nosotros la tenemos.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200400"/>
            <a:ext cx="3657600" cy="73152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2918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</a:defRPr>
            </a:pPr>
            <a:r>
              <a:t>SOLICITAR DEMO 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5F5F5"/>
                </a:solidFill>
              </a:defRPr>
            </a:pPr>
            <a:r>
              <a:t>contacto@castorelecciones.com</a:t>
            </a:r>
          </a:p>
          <a:p>
            <a:pPr algn="ctr">
              <a:defRPr sz="1600">
                <a:solidFill>
                  <a:srgbClr val="F5F5F5"/>
                </a:solidFill>
              </a:defRPr>
            </a:pPr>
            <a:r>
              <a:t>+57 300 123 4567</a:t>
            </a:r>
          </a:p>
          <a:p>
            <a:pPr algn="ctr">
              <a:defRPr sz="1600">
                <a:solidFill>
                  <a:srgbClr val="F5F5F5"/>
                </a:solidFill>
              </a:defRPr>
            </a:pPr>
            <a:r>
              <a:t>www.castorelecciones.com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CASTOR ELECCIONES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537"/>
                </a:solidFill>
              </a:defRPr>
            </a:pPr>
            <a:r>
              <a:t>Inteligencia que Gana Elecciones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